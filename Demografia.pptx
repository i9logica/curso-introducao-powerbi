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77"/>
    <p:restoredTop sz="94674"/>
  </p:normalViewPr>
  <p:slideViewPr>
    <p:cSldViewPr snapToGrid="0" snapToObjects="1">
      <p:cViewPr varScale="1">
        <p:scale>
          <a:sx n="115" d="100"/>
          <a:sy n="115" d="100"/>
        </p:scale>
        <p:origin x="24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9/4/2016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9/4/2016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9/4/2016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9/4/2016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9/4/2016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reports/644bc148-fc4b-4609-bcbd-2724771da23c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c7be28775fa4f66" /><Relationship Type="http://schemas.openxmlformats.org/officeDocument/2006/relationships/hyperlink" Target="https://app.powerbi.com/reports/644bc148-fc4b-4609-bcbd-2724771da23c/ReportSection?pbi_source=PowerPoint" TargetMode="External" Id="RelId0" /><Relationship Type="http://schemas.openxmlformats.org/officeDocument/2006/relationships/image" Target="/ppt/media/image4.png" Id="imgId56381269" /></Relationships>
</file>

<file path=ppt/slides/slide1.xml><?xml version="1.0" encoding="utf-8"?>
<p:sld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810584" y="2982149"/>
            <a:ext cx="6314017" cy="60007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algn="l"/>
            <a:r>
              <a:rPr lang="en-US" dirty="0" smtClean="0">
                <a:solidFill>
                  <a:srgbClr val="F3C910"/>
                </a:solidFill>
              </a:rPr>
              <a:t>Demografia</a:t>
            </a:r>
            <a:endParaRPr lang="en-US" dirty="0">
              <a:solidFill>
                <a:srgbClr val="F3C910"/>
              </a:solidFill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 smtClean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 smtClean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 smtClean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 smtClean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13/08/2020 11:01:06 E. South America Standard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smtClean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 smtClean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13/08/2020 10:35:03 E. South America Standard Time</a:t>
            </a:r>
            <a:endParaRPr lang="en-US" sz="900" b="0" i="0" dirty="0" smtClean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5638126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revision>2</cp:revision>
  <dcterms:created xsi:type="dcterms:W3CDTF">2016-09-04T11:54:55Z</dcterms:created>
  <dcterms:modified xsi:type="dcterms:W3CDTF">2016-09-04T11:56:03Z</dcterms:modified>
</cp:coreProperties>
</file>